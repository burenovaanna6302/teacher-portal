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43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09.04.2017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09.04.2017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09.04.2017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09.04.2017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09.04.2017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09.04.2017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12000" r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09.04.2017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audio" Target="../media/audio2.wav"/><Relationship Id="rId7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9552" y="476672"/>
            <a:ext cx="7772400" cy="3096344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/>
              <a:t>МАДОУ филиал №3 «Верхнекетский детский сад» Верхнекетского района Томской области.</a:t>
            </a:r>
            <a:br>
              <a:rPr lang="ru-RU" sz="3200" b="1" dirty="0" smtClean="0"/>
            </a:br>
            <a:r>
              <a:rPr lang="ru-RU" sz="3200" b="1" dirty="0" smtClean="0"/>
              <a:t>Интерактивная игра</a:t>
            </a:r>
            <a:br>
              <a:rPr lang="ru-RU" sz="3200" b="1" dirty="0" smtClean="0"/>
            </a:br>
            <a:r>
              <a:rPr lang="ru-RU" sz="3200" b="1" dirty="0" smtClean="0"/>
              <a:t/>
            </a:r>
            <a:br>
              <a:rPr lang="ru-RU" sz="3200" b="1" dirty="0" smtClean="0"/>
            </a:br>
            <a:r>
              <a:rPr lang="ru-RU" sz="5400" b="1" dirty="0" smtClean="0"/>
              <a:t>Тема: «Счет от 1 до 10»</a:t>
            </a:r>
            <a:endParaRPr lang="ru-RU" sz="54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843808" y="4437112"/>
            <a:ext cx="5360640" cy="1752600"/>
          </a:xfrm>
        </p:spPr>
        <p:txBody>
          <a:bodyPr>
            <a:normAutofit/>
          </a:bodyPr>
          <a:lstStyle/>
          <a:p>
            <a:r>
              <a:rPr lang="ru-RU" sz="2400" b="1" i="1" dirty="0" smtClean="0">
                <a:solidFill>
                  <a:schemeClr val="tx1"/>
                </a:solidFill>
              </a:rPr>
              <a:t>Выполнила работу: Голубовская Светлана Борисовна.</a:t>
            </a:r>
            <a:endParaRPr lang="ru-RU" sz="2400" b="1" i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754762"/>
          </a:xfrm>
        </p:spPr>
        <p:txBody>
          <a:bodyPr/>
          <a:lstStyle/>
          <a:p>
            <a:r>
              <a:rPr lang="ru-RU" b="1" dirty="0" smtClean="0">
                <a:solidFill>
                  <a:srgbClr val="C42A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und Script" pitchFamily="34" charset="0"/>
              </a:rPr>
              <a:t>Дорогой друг!</a:t>
            </a:r>
            <a:br>
              <a:rPr lang="ru-RU" b="1" dirty="0" smtClean="0">
                <a:solidFill>
                  <a:srgbClr val="C42A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und Script" pitchFamily="34" charset="0"/>
              </a:rPr>
            </a:br>
            <a:r>
              <a:rPr lang="ru-RU" dirty="0" smtClean="0">
                <a:solidFill>
                  <a:srgbClr val="C42A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und Script" pitchFamily="34" charset="0"/>
              </a:rPr>
              <a:t>Сосчитай животных на картинке </a:t>
            </a:r>
            <a:br>
              <a:rPr lang="ru-RU" dirty="0" smtClean="0">
                <a:solidFill>
                  <a:srgbClr val="C42A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und Script" pitchFamily="34" charset="0"/>
              </a:rPr>
            </a:br>
            <a:r>
              <a:rPr lang="ru-RU" dirty="0" smtClean="0">
                <a:solidFill>
                  <a:srgbClr val="C42A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und Script" pitchFamily="34" charset="0"/>
              </a:rPr>
              <a:t>и мышкой выбери правильный ответ. </a:t>
            </a:r>
            <a:br>
              <a:rPr lang="ru-RU" dirty="0" smtClean="0">
                <a:solidFill>
                  <a:srgbClr val="C42A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und Script" pitchFamily="34" charset="0"/>
              </a:rPr>
            </a:br>
            <a:r>
              <a:rPr lang="ru-RU" dirty="0" smtClean="0">
                <a:solidFill>
                  <a:srgbClr val="C42A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und Script" pitchFamily="34" charset="0"/>
              </a:rPr>
              <a:t>Если ты ответишь правильно, </a:t>
            </a:r>
            <a:br>
              <a:rPr lang="ru-RU" dirty="0" smtClean="0">
                <a:solidFill>
                  <a:srgbClr val="C42A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und Script" pitchFamily="34" charset="0"/>
              </a:rPr>
            </a:br>
            <a:r>
              <a:rPr lang="ru-RU" dirty="0" smtClean="0">
                <a:solidFill>
                  <a:srgbClr val="C42A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und Script" pitchFamily="34" charset="0"/>
              </a:rPr>
              <a:t>то перейдёшь к следующему заданию.</a:t>
            </a:r>
            <a:br>
              <a:rPr lang="ru-RU" dirty="0" smtClean="0">
                <a:solidFill>
                  <a:srgbClr val="C42A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und Script" pitchFamily="34" charset="0"/>
              </a:rPr>
            </a:br>
            <a:r>
              <a:rPr lang="ru-RU" b="1" dirty="0" smtClean="0">
                <a:solidFill>
                  <a:srgbClr val="C42A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und Script" pitchFamily="34" charset="0"/>
              </a:rPr>
              <a:t>Желаю удачи!</a:t>
            </a:r>
            <a:endParaRPr lang="ru-RU" b="1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лако 1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23528" y="40466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1</a:t>
            </a:r>
            <a:endParaRPr lang="ru-RU" sz="2400" b="1" dirty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Облако 2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4765042" y="1008891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9</a:t>
            </a:r>
          </a:p>
        </p:txBody>
      </p:sp>
      <p:sp>
        <p:nvSpPr>
          <p:cNvPr id="4" name="Облако 3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211094" y="473321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5" name="Облако 4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1290657" y="977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7</a:t>
            </a:r>
          </a:p>
        </p:txBody>
      </p:sp>
      <p:sp>
        <p:nvSpPr>
          <p:cNvPr id="6" name="Облако 5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1820336" y="280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7" name="Облако 6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018254" y="1058481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8</a:t>
            </a:r>
          </a:p>
        </p:txBody>
      </p:sp>
      <p:sp>
        <p:nvSpPr>
          <p:cNvPr id="8" name="Облако 7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6624228" y="977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10</a:t>
            </a:r>
            <a:endParaRPr lang="ru-RU" sz="2400" b="1" dirty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Облако 8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4632728" y="24217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10" name="Облако 9">
            <a:hlinkClick r:id="" action="ppaction://hlinkshowjump?jump=nextslide">
              <a:snd r:embed="rId3" name="utka_-_chto_za_utka_poet_(iPlayer.fm).wav"/>
            </a:hlinkClick>
          </p:cNvPr>
          <p:cNvSpPr/>
          <p:nvPr/>
        </p:nvSpPr>
        <p:spPr>
          <a:xfrm>
            <a:off x="6000880" y="447110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5</a:t>
            </a:r>
          </a:p>
        </p:txBody>
      </p:sp>
      <p:sp>
        <p:nvSpPr>
          <p:cNvPr id="11" name="Облако 10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7416316" y="24217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6</a:t>
            </a:r>
          </a:p>
        </p:txBody>
      </p:sp>
      <p:pic>
        <p:nvPicPr>
          <p:cNvPr id="12290" name="Picture 2" descr="http://viki.rdf.ru/media/upload/preview/4065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87624" y="2708920"/>
            <a:ext cx="1368152" cy="902981"/>
          </a:xfrm>
          <a:prstGeom prst="rect">
            <a:avLst/>
          </a:prstGeom>
          <a:noFill/>
        </p:spPr>
      </p:pic>
      <p:pic>
        <p:nvPicPr>
          <p:cNvPr id="13" name="Picture 2" descr="http://viki.rdf.ru/media/upload/preview/4065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8144" y="4509120"/>
            <a:ext cx="1368152" cy="902981"/>
          </a:xfrm>
          <a:prstGeom prst="rect">
            <a:avLst/>
          </a:prstGeom>
          <a:noFill/>
        </p:spPr>
      </p:pic>
      <p:pic>
        <p:nvPicPr>
          <p:cNvPr id="14" name="Picture 2" descr="http://viki.rdf.ru/media/upload/preview/4065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19872" y="3933056"/>
            <a:ext cx="1368152" cy="90298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лако 1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23528" y="40466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1</a:t>
            </a:r>
            <a:endParaRPr lang="ru-RU" sz="2400" b="1" dirty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Облако 2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4765042" y="1008891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9</a:t>
            </a:r>
          </a:p>
        </p:txBody>
      </p:sp>
      <p:sp>
        <p:nvSpPr>
          <p:cNvPr id="4" name="Облако 3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180866" y="436283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5" name="Облако 4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1290657" y="977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7</a:t>
            </a:r>
          </a:p>
        </p:txBody>
      </p:sp>
      <p:sp>
        <p:nvSpPr>
          <p:cNvPr id="6" name="Облако 5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1820336" y="280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7" name="Облако 6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018254" y="1058481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8</a:t>
            </a:r>
          </a:p>
        </p:txBody>
      </p:sp>
      <p:sp>
        <p:nvSpPr>
          <p:cNvPr id="8" name="Облако 7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6624228" y="977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10</a:t>
            </a:r>
            <a:endParaRPr lang="ru-RU" sz="2400" b="1" dirty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Облако 8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4632728" y="24217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10" name="Облако 9">
            <a:hlinkClick r:id="" action="ppaction://hlinkshowjump?jump=nextslide">
              <a:snd r:embed="rId3" name="utka_-_chto_za_utka_poet_(iPlayer.fm).wav"/>
            </a:hlinkClick>
          </p:cNvPr>
          <p:cNvSpPr/>
          <p:nvPr/>
        </p:nvSpPr>
        <p:spPr>
          <a:xfrm>
            <a:off x="6000880" y="447110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5</a:t>
            </a:r>
          </a:p>
        </p:txBody>
      </p:sp>
      <p:sp>
        <p:nvSpPr>
          <p:cNvPr id="11" name="Облако 10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7416316" y="24217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6</a:t>
            </a:r>
          </a:p>
        </p:txBody>
      </p:sp>
      <p:pic>
        <p:nvPicPr>
          <p:cNvPr id="11267" name="Picture 3" descr="Картинки по запросу медведь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27784" y="2636912"/>
            <a:ext cx="3384376" cy="25382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лако 1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23528" y="40466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1</a:t>
            </a:r>
            <a:endParaRPr lang="ru-RU" sz="2400" b="1" dirty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Облако 2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4765042" y="1008891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9</a:t>
            </a:r>
          </a:p>
        </p:txBody>
      </p:sp>
      <p:sp>
        <p:nvSpPr>
          <p:cNvPr id="4" name="Облако 3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180866" y="436283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5" name="Облако 4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1290657" y="977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7</a:t>
            </a:r>
          </a:p>
        </p:txBody>
      </p:sp>
      <p:sp>
        <p:nvSpPr>
          <p:cNvPr id="6" name="Облако 5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1820336" y="280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7" name="Облако 6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018254" y="1058481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8</a:t>
            </a:r>
          </a:p>
        </p:txBody>
      </p:sp>
      <p:sp>
        <p:nvSpPr>
          <p:cNvPr id="8" name="Облако 7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6624228" y="977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10</a:t>
            </a:r>
            <a:endParaRPr lang="ru-RU" sz="2400" b="1" dirty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Облако 8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4632728" y="24217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10" name="Облако 9">
            <a:hlinkClick r:id="" action="ppaction://hlinkshowjump?jump=nextslide">
              <a:snd r:embed="rId3" name="utka_-_chto_za_utka_poet_(iPlayer.fm).wav"/>
            </a:hlinkClick>
          </p:cNvPr>
          <p:cNvSpPr/>
          <p:nvPr/>
        </p:nvSpPr>
        <p:spPr>
          <a:xfrm>
            <a:off x="6000880" y="447110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5</a:t>
            </a:r>
          </a:p>
        </p:txBody>
      </p:sp>
      <p:sp>
        <p:nvSpPr>
          <p:cNvPr id="11" name="Облако 10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7416316" y="24217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6</a:t>
            </a:r>
          </a:p>
        </p:txBody>
      </p:sp>
      <p:pic>
        <p:nvPicPr>
          <p:cNvPr id="10242" name="Picture 2" descr="Похожее изображение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3608" y="2420888"/>
            <a:ext cx="1656184" cy="2382759"/>
          </a:xfrm>
          <a:prstGeom prst="rect">
            <a:avLst/>
          </a:prstGeom>
          <a:noFill/>
        </p:spPr>
      </p:pic>
      <p:pic>
        <p:nvPicPr>
          <p:cNvPr id="13" name="Picture 2" descr="Похожее изображение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19872" y="2132856"/>
            <a:ext cx="1656184" cy="2382759"/>
          </a:xfrm>
          <a:prstGeom prst="rect">
            <a:avLst/>
          </a:prstGeom>
          <a:noFill/>
        </p:spPr>
      </p:pic>
      <p:pic>
        <p:nvPicPr>
          <p:cNvPr id="14" name="Picture 2" descr="Похожее изображение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28184" y="2204864"/>
            <a:ext cx="1656184" cy="2382759"/>
          </a:xfrm>
          <a:prstGeom prst="rect">
            <a:avLst/>
          </a:prstGeom>
          <a:noFill/>
        </p:spPr>
      </p:pic>
      <p:pic>
        <p:nvPicPr>
          <p:cNvPr id="15" name="Picture 2" descr="Похожее изображение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99792" y="4005064"/>
            <a:ext cx="1656184" cy="2382759"/>
          </a:xfrm>
          <a:prstGeom prst="rect">
            <a:avLst/>
          </a:prstGeom>
          <a:noFill/>
        </p:spPr>
      </p:pic>
      <p:pic>
        <p:nvPicPr>
          <p:cNvPr id="16" name="Picture 2" descr="Похожее изображение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20072" y="3933056"/>
            <a:ext cx="1656184" cy="238275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лако 1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23528" y="40466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1</a:t>
            </a:r>
            <a:endParaRPr lang="ru-RU" sz="2400" b="1" dirty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Облако 2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4765042" y="1008891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9</a:t>
            </a:r>
          </a:p>
        </p:txBody>
      </p:sp>
      <p:sp>
        <p:nvSpPr>
          <p:cNvPr id="4" name="Облако 3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180866" y="436283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5" name="Облако 4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1290657" y="977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7</a:t>
            </a:r>
          </a:p>
        </p:txBody>
      </p:sp>
      <p:sp>
        <p:nvSpPr>
          <p:cNvPr id="6" name="Облако 5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1820336" y="280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7" name="Облако 6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018254" y="1058481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8</a:t>
            </a:r>
          </a:p>
        </p:txBody>
      </p:sp>
      <p:sp>
        <p:nvSpPr>
          <p:cNvPr id="8" name="Облако 7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6624228" y="977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10</a:t>
            </a:r>
            <a:endParaRPr lang="ru-RU" sz="2400" b="1" dirty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Облако 8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4632728" y="24217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10" name="Облако 9">
            <a:hlinkClick r:id="" action="ppaction://hlinkshowjump?jump=nextslide">
              <a:snd r:embed="rId3" name="utka_-_chto_za_utka_poet_(iPlayer.fm).wav"/>
            </a:hlinkClick>
          </p:cNvPr>
          <p:cNvSpPr/>
          <p:nvPr/>
        </p:nvSpPr>
        <p:spPr>
          <a:xfrm>
            <a:off x="6000880" y="447110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5</a:t>
            </a:r>
          </a:p>
        </p:txBody>
      </p:sp>
      <p:sp>
        <p:nvSpPr>
          <p:cNvPr id="11" name="Облако 10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7416316" y="24217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6</a:t>
            </a:r>
          </a:p>
        </p:txBody>
      </p:sp>
      <p:pic>
        <p:nvPicPr>
          <p:cNvPr id="9218" name="Picture 2" descr="Картинки по запросу шаблон белочки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63688" y="3068960"/>
            <a:ext cx="1512168" cy="1642355"/>
          </a:xfrm>
          <a:prstGeom prst="rect">
            <a:avLst/>
          </a:prstGeom>
          <a:noFill/>
        </p:spPr>
      </p:pic>
      <p:pic>
        <p:nvPicPr>
          <p:cNvPr id="13" name="Picture 2" descr="Картинки по запросу шаблон белочки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04048" y="2924944"/>
            <a:ext cx="1512168" cy="164235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лако 1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23528" y="40466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1</a:t>
            </a:r>
            <a:endParaRPr lang="ru-RU" sz="2400" b="1" dirty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Облако 2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4765042" y="1008891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9</a:t>
            </a:r>
          </a:p>
        </p:txBody>
      </p:sp>
      <p:sp>
        <p:nvSpPr>
          <p:cNvPr id="4" name="Облако 3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180866" y="436283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5" name="Облако 4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1290657" y="977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7</a:t>
            </a:r>
          </a:p>
        </p:txBody>
      </p:sp>
      <p:sp>
        <p:nvSpPr>
          <p:cNvPr id="6" name="Облако 5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1820336" y="280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7" name="Облако 6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018254" y="1058481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8</a:t>
            </a:r>
          </a:p>
        </p:txBody>
      </p:sp>
      <p:sp>
        <p:nvSpPr>
          <p:cNvPr id="8" name="Облако 7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6624228" y="977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10</a:t>
            </a:r>
            <a:endParaRPr lang="ru-RU" sz="2400" b="1" dirty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Облако 8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4632728" y="24217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10" name="Облако 9">
            <a:hlinkClick r:id="" action="ppaction://hlinkshowjump?jump=nextslide">
              <a:snd r:embed="rId3" name="utka_-_chto_za_utka_poet_(iPlayer.fm).wav"/>
            </a:hlinkClick>
          </p:cNvPr>
          <p:cNvSpPr/>
          <p:nvPr/>
        </p:nvSpPr>
        <p:spPr>
          <a:xfrm>
            <a:off x="6000880" y="447110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5</a:t>
            </a:r>
          </a:p>
        </p:txBody>
      </p:sp>
      <p:sp>
        <p:nvSpPr>
          <p:cNvPr id="11" name="Облако 10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7416316" y="24217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6</a:t>
            </a:r>
          </a:p>
        </p:txBody>
      </p:sp>
      <p:pic>
        <p:nvPicPr>
          <p:cNvPr id="8194" name="Picture 2" descr="Картинки по запросу шаблон енотик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2204864"/>
            <a:ext cx="1944216" cy="1944216"/>
          </a:xfrm>
          <a:prstGeom prst="rect">
            <a:avLst/>
          </a:prstGeom>
          <a:noFill/>
        </p:spPr>
      </p:pic>
      <p:pic>
        <p:nvPicPr>
          <p:cNvPr id="13" name="Picture 2" descr="Картинки по запросу шаблон енотик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64088" y="4221088"/>
            <a:ext cx="1944216" cy="1944216"/>
          </a:xfrm>
          <a:prstGeom prst="rect">
            <a:avLst/>
          </a:prstGeom>
          <a:noFill/>
        </p:spPr>
      </p:pic>
      <p:pic>
        <p:nvPicPr>
          <p:cNvPr id="14" name="Picture 2" descr="Картинки по запросу шаблон енотик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63888" y="2348880"/>
            <a:ext cx="1944216" cy="1944216"/>
          </a:xfrm>
          <a:prstGeom prst="rect">
            <a:avLst/>
          </a:prstGeom>
          <a:noFill/>
        </p:spPr>
      </p:pic>
      <p:pic>
        <p:nvPicPr>
          <p:cNvPr id="15" name="Picture 2" descr="Картинки по запросу шаблон енотик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23728" y="4221088"/>
            <a:ext cx="1944216" cy="194421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лако 1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23528" y="40466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1</a:t>
            </a:r>
            <a:endParaRPr lang="ru-RU" sz="2400" b="1" dirty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Облако 2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4765042" y="1008891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9</a:t>
            </a:r>
          </a:p>
        </p:txBody>
      </p:sp>
      <p:sp>
        <p:nvSpPr>
          <p:cNvPr id="4" name="Облако 3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180866" y="436283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5" name="Облако 4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1290657" y="977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7</a:t>
            </a:r>
          </a:p>
        </p:txBody>
      </p:sp>
      <p:sp>
        <p:nvSpPr>
          <p:cNvPr id="6" name="Облако 5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1820336" y="280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7" name="Облако 6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018254" y="1058481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8</a:t>
            </a:r>
          </a:p>
        </p:txBody>
      </p:sp>
      <p:sp>
        <p:nvSpPr>
          <p:cNvPr id="8" name="Облако 7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6624228" y="977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10</a:t>
            </a:r>
            <a:endParaRPr lang="ru-RU" sz="2400" b="1" dirty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Облако 8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4632728" y="24217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10" name="Облако 9">
            <a:hlinkClick r:id="" action="ppaction://hlinkshowjump?jump=nextslide">
              <a:snd r:embed="rId3" name="utka_-_chto_za_utka_poet_(iPlayer.fm).wav"/>
            </a:hlinkClick>
          </p:cNvPr>
          <p:cNvSpPr/>
          <p:nvPr/>
        </p:nvSpPr>
        <p:spPr>
          <a:xfrm>
            <a:off x="6000880" y="447110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5</a:t>
            </a:r>
          </a:p>
        </p:txBody>
      </p:sp>
      <p:sp>
        <p:nvSpPr>
          <p:cNvPr id="11" name="Облако 10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7416316" y="24217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6</a:t>
            </a:r>
          </a:p>
        </p:txBody>
      </p:sp>
      <p:pic>
        <p:nvPicPr>
          <p:cNvPr id="7170" name="Picture 2" descr="Картинки по запросу птички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51720" y="4149080"/>
            <a:ext cx="1368152" cy="1368152"/>
          </a:xfrm>
          <a:prstGeom prst="rect">
            <a:avLst/>
          </a:prstGeom>
          <a:noFill/>
        </p:spPr>
      </p:pic>
      <p:pic>
        <p:nvPicPr>
          <p:cNvPr id="13" name="Picture 2" descr="Картинки по запросу птички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11960" y="3933056"/>
            <a:ext cx="1368152" cy="1368152"/>
          </a:xfrm>
          <a:prstGeom prst="rect">
            <a:avLst/>
          </a:prstGeom>
          <a:noFill/>
        </p:spPr>
      </p:pic>
      <p:pic>
        <p:nvPicPr>
          <p:cNvPr id="14" name="Picture 2" descr="Картинки по запросу птички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79912" y="2420888"/>
            <a:ext cx="1368152" cy="1368152"/>
          </a:xfrm>
          <a:prstGeom prst="rect">
            <a:avLst/>
          </a:prstGeom>
          <a:noFill/>
        </p:spPr>
      </p:pic>
      <p:pic>
        <p:nvPicPr>
          <p:cNvPr id="15" name="Picture 2" descr="Картинки по запросу птички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28184" y="3356992"/>
            <a:ext cx="1368152" cy="1368152"/>
          </a:xfrm>
          <a:prstGeom prst="rect">
            <a:avLst/>
          </a:prstGeom>
          <a:noFill/>
        </p:spPr>
      </p:pic>
      <p:pic>
        <p:nvPicPr>
          <p:cNvPr id="16" name="Picture 2" descr="Картинки по запросу птички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5576" y="3573016"/>
            <a:ext cx="1368152" cy="1368152"/>
          </a:xfrm>
          <a:prstGeom prst="rect">
            <a:avLst/>
          </a:prstGeom>
          <a:noFill/>
        </p:spPr>
      </p:pic>
      <p:pic>
        <p:nvPicPr>
          <p:cNvPr id="17" name="Picture 2" descr="Картинки по запросу птички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51720" y="2492896"/>
            <a:ext cx="1368152" cy="1368152"/>
          </a:xfrm>
          <a:prstGeom prst="rect">
            <a:avLst/>
          </a:prstGeom>
          <a:noFill/>
        </p:spPr>
      </p:pic>
      <p:pic>
        <p:nvPicPr>
          <p:cNvPr id="18" name="Picture 2" descr="Картинки по запросу птички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552" y="1700808"/>
            <a:ext cx="1368152" cy="1368152"/>
          </a:xfrm>
          <a:prstGeom prst="rect">
            <a:avLst/>
          </a:prstGeom>
          <a:noFill/>
        </p:spPr>
      </p:pic>
      <p:pic>
        <p:nvPicPr>
          <p:cNvPr id="19" name="Picture 2" descr="Картинки по запросу птички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92280" y="4653136"/>
            <a:ext cx="1368152" cy="1368152"/>
          </a:xfrm>
          <a:prstGeom prst="rect">
            <a:avLst/>
          </a:prstGeom>
          <a:noFill/>
        </p:spPr>
      </p:pic>
      <p:pic>
        <p:nvPicPr>
          <p:cNvPr id="20" name="Picture 2" descr="Картинки по запросу птички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20072" y="4797152"/>
            <a:ext cx="1368152" cy="1368152"/>
          </a:xfrm>
          <a:prstGeom prst="rect">
            <a:avLst/>
          </a:prstGeom>
          <a:noFill/>
        </p:spPr>
      </p:pic>
      <p:pic>
        <p:nvPicPr>
          <p:cNvPr id="21" name="Picture 2" descr="Картинки по запросу птички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8104" y="2132856"/>
            <a:ext cx="1368152" cy="1368152"/>
          </a:xfrm>
          <a:prstGeom prst="rect">
            <a:avLst/>
          </a:prstGeom>
          <a:noFill/>
        </p:spPr>
      </p:pic>
      <p:pic>
        <p:nvPicPr>
          <p:cNvPr id="22" name="Picture 2" descr="Картинки по запросу птички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07904" y="2492896"/>
            <a:ext cx="1368152" cy="136815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лако 1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23528" y="40466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1</a:t>
            </a:r>
            <a:endParaRPr lang="ru-RU" sz="2400" b="1" dirty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Облако 2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4765042" y="1008891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9</a:t>
            </a:r>
          </a:p>
        </p:txBody>
      </p:sp>
      <p:sp>
        <p:nvSpPr>
          <p:cNvPr id="4" name="Облако 3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180866" y="436283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5" name="Облако 4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1290657" y="977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7</a:t>
            </a:r>
          </a:p>
        </p:txBody>
      </p:sp>
      <p:sp>
        <p:nvSpPr>
          <p:cNvPr id="6" name="Облако 5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1820336" y="280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7" name="Облако 6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018254" y="1058481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8</a:t>
            </a:r>
          </a:p>
        </p:txBody>
      </p:sp>
      <p:sp>
        <p:nvSpPr>
          <p:cNvPr id="8" name="Облако 7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6624228" y="977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10</a:t>
            </a:r>
            <a:endParaRPr lang="ru-RU" sz="2400" b="1" dirty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Облако 8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4632728" y="24217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10" name="Облако 9">
            <a:hlinkClick r:id="" action="ppaction://hlinkshowjump?jump=nextslide">
              <a:snd r:embed="rId3" name="utka_-_chto_za_utka_poet_(iPlayer.fm).wav"/>
            </a:hlinkClick>
          </p:cNvPr>
          <p:cNvSpPr/>
          <p:nvPr/>
        </p:nvSpPr>
        <p:spPr>
          <a:xfrm>
            <a:off x="6000880" y="447110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5</a:t>
            </a:r>
          </a:p>
        </p:txBody>
      </p:sp>
      <p:sp>
        <p:nvSpPr>
          <p:cNvPr id="11" name="Облако 10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7416316" y="24217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6</a:t>
            </a:r>
          </a:p>
        </p:txBody>
      </p:sp>
      <p:pic>
        <p:nvPicPr>
          <p:cNvPr id="6146" name="Picture 2" descr="Картинки по запросу олененок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63688" y="1844824"/>
            <a:ext cx="1296144" cy="1429866"/>
          </a:xfrm>
          <a:prstGeom prst="rect">
            <a:avLst/>
          </a:prstGeom>
          <a:noFill/>
        </p:spPr>
      </p:pic>
      <p:pic>
        <p:nvPicPr>
          <p:cNvPr id="13" name="Picture 2" descr="Картинки по запросу олененок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11760" y="4437112"/>
            <a:ext cx="1296144" cy="1429866"/>
          </a:xfrm>
          <a:prstGeom prst="rect">
            <a:avLst/>
          </a:prstGeom>
          <a:noFill/>
        </p:spPr>
      </p:pic>
      <p:pic>
        <p:nvPicPr>
          <p:cNvPr id="14" name="Picture 2" descr="Картинки по запросу олененок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47864" y="2276872"/>
            <a:ext cx="1296144" cy="1429866"/>
          </a:xfrm>
          <a:prstGeom prst="rect">
            <a:avLst/>
          </a:prstGeom>
          <a:noFill/>
        </p:spPr>
      </p:pic>
      <p:pic>
        <p:nvPicPr>
          <p:cNvPr id="15" name="Picture 2" descr="Картинки по запросу олененок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4008" y="3789040"/>
            <a:ext cx="1296144" cy="1429866"/>
          </a:xfrm>
          <a:prstGeom prst="rect">
            <a:avLst/>
          </a:prstGeom>
          <a:noFill/>
        </p:spPr>
      </p:pic>
      <p:pic>
        <p:nvPicPr>
          <p:cNvPr id="16" name="Picture 2" descr="Картинки по запросу олененок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16216" y="4509120"/>
            <a:ext cx="1296144" cy="1429866"/>
          </a:xfrm>
          <a:prstGeom prst="rect">
            <a:avLst/>
          </a:prstGeom>
          <a:noFill/>
        </p:spPr>
      </p:pic>
      <p:pic>
        <p:nvPicPr>
          <p:cNvPr id="17" name="Picture 2" descr="Картинки по запросу олененок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96136" y="2060848"/>
            <a:ext cx="1296144" cy="1429866"/>
          </a:xfrm>
          <a:prstGeom prst="rect">
            <a:avLst/>
          </a:prstGeom>
          <a:noFill/>
        </p:spPr>
      </p:pic>
      <p:pic>
        <p:nvPicPr>
          <p:cNvPr id="18" name="Picture 2" descr="Картинки по запросу олененок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3717032"/>
            <a:ext cx="1296144" cy="14298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лако 1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23528" y="40466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1</a:t>
            </a:r>
            <a:endParaRPr lang="ru-RU" sz="2400" b="1" dirty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Облако 2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4765042" y="1008891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9</a:t>
            </a:r>
          </a:p>
        </p:txBody>
      </p:sp>
      <p:sp>
        <p:nvSpPr>
          <p:cNvPr id="4" name="Облако 3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180866" y="436283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5" name="Облако 4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1290657" y="977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7</a:t>
            </a:r>
          </a:p>
        </p:txBody>
      </p:sp>
      <p:sp>
        <p:nvSpPr>
          <p:cNvPr id="6" name="Облако 5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1820336" y="280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7" name="Облако 6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018254" y="1058481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8</a:t>
            </a:r>
          </a:p>
        </p:txBody>
      </p:sp>
      <p:sp>
        <p:nvSpPr>
          <p:cNvPr id="8" name="Облако 7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6624228" y="977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10</a:t>
            </a:r>
            <a:endParaRPr lang="ru-RU" sz="2400" b="1" dirty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Облако 8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4632728" y="24217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10" name="Облако 9">
            <a:hlinkClick r:id="" action="ppaction://hlinkshowjump?jump=nextslide">
              <a:snd r:embed="rId3" name="utka_-_chto_za_utka_poet_(iPlayer.fm).wav"/>
            </a:hlinkClick>
          </p:cNvPr>
          <p:cNvSpPr/>
          <p:nvPr/>
        </p:nvSpPr>
        <p:spPr>
          <a:xfrm>
            <a:off x="6000880" y="447110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5</a:t>
            </a:r>
          </a:p>
        </p:txBody>
      </p:sp>
      <p:sp>
        <p:nvSpPr>
          <p:cNvPr id="11" name="Облако 10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7416316" y="24217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6</a:t>
            </a:r>
          </a:p>
        </p:txBody>
      </p:sp>
      <p:pic>
        <p:nvPicPr>
          <p:cNvPr id="5122" name="Picture 2" descr="Картинки по запросу филин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07704" y="2636912"/>
            <a:ext cx="1403648" cy="1086093"/>
          </a:xfrm>
          <a:prstGeom prst="rect">
            <a:avLst/>
          </a:prstGeom>
          <a:noFill/>
        </p:spPr>
      </p:pic>
      <p:pic>
        <p:nvPicPr>
          <p:cNvPr id="13" name="Picture 2" descr="Картинки по запросу филин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27984" y="4077072"/>
            <a:ext cx="1403648" cy="1086093"/>
          </a:xfrm>
          <a:prstGeom prst="rect">
            <a:avLst/>
          </a:prstGeom>
          <a:noFill/>
        </p:spPr>
      </p:pic>
      <p:pic>
        <p:nvPicPr>
          <p:cNvPr id="14" name="Picture 2" descr="Картинки по запросу филин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1560" y="4005064"/>
            <a:ext cx="1403648" cy="1086093"/>
          </a:xfrm>
          <a:prstGeom prst="rect">
            <a:avLst/>
          </a:prstGeom>
          <a:noFill/>
        </p:spPr>
      </p:pic>
      <p:pic>
        <p:nvPicPr>
          <p:cNvPr id="15" name="Picture 2" descr="Картинки по запросу филин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00192" y="4581128"/>
            <a:ext cx="1403648" cy="1086093"/>
          </a:xfrm>
          <a:prstGeom prst="rect">
            <a:avLst/>
          </a:prstGeom>
          <a:noFill/>
        </p:spPr>
      </p:pic>
      <p:pic>
        <p:nvPicPr>
          <p:cNvPr id="16" name="Picture 2" descr="Картинки по запросу филин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80112" y="2852936"/>
            <a:ext cx="1403648" cy="1086093"/>
          </a:xfrm>
          <a:prstGeom prst="rect">
            <a:avLst/>
          </a:prstGeom>
          <a:noFill/>
        </p:spPr>
      </p:pic>
      <p:pic>
        <p:nvPicPr>
          <p:cNvPr id="17" name="Picture 2" descr="Картинки по запросу филин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99792" y="4221088"/>
            <a:ext cx="1403648" cy="108609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лако 1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23528" y="40466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1</a:t>
            </a:r>
            <a:endParaRPr lang="ru-RU" sz="2400" b="1" dirty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Облако 2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4765042" y="1008891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9</a:t>
            </a:r>
          </a:p>
        </p:txBody>
      </p:sp>
      <p:sp>
        <p:nvSpPr>
          <p:cNvPr id="4" name="Облако 3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180866" y="436283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5" name="Облако 4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1290657" y="977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7</a:t>
            </a:r>
          </a:p>
        </p:txBody>
      </p:sp>
      <p:sp>
        <p:nvSpPr>
          <p:cNvPr id="6" name="Облако 5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1820336" y="280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7" name="Облако 6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018254" y="1058481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8</a:t>
            </a:r>
          </a:p>
        </p:txBody>
      </p:sp>
      <p:sp>
        <p:nvSpPr>
          <p:cNvPr id="8" name="Облако 7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6624228" y="977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10</a:t>
            </a:r>
            <a:endParaRPr lang="ru-RU" sz="2400" b="1" dirty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Облако 8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4632728" y="24217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10" name="Облако 9">
            <a:hlinkClick r:id="" action="ppaction://hlinkshowjump?jump=nextslide">
              <a:snd r:embed="rId3" name="utka_-_chto_za_utka_poet_(iPlayer.fm).wav"/>
            </a:hlinkClick>
          </p:cNvPr>
          <p:cNvSpPr/>
          <p:nvPr/>
        </p:nvSpPr>
        <p:spPr>
          <a:xfrm>
            <a:off x="6000880" y="447110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5</a:t>
            </a:r>
          </a:p>
        </p:txBody>
      </p:sp>
      <p:sp>
        <p:nvSpPr>
          <p:cNvPr id="11" name="Облако 10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7416316" y="24217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6</a:t>
            </a:r>
          </a:p>
        </p:txBody>
      </p:sp>
      <p:pic>
        <p:nvPicPr>
          <p:cNvPr id="4098" name="Picture 2" descr="Картинки по запросу зайчик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47664" y="2132856"/>
            <a:ext cx="1368152" cy="1744456"/>
          </a:xfrm>
          <a:prstGeom prst="rect">
            <a:avLst/>
          </a:prstGeom>
          <a:noFill/>
        </p:spPr>
      </p:pic>
      <p:pic>
        <p:nvPicPr>
          <p:cNvPr id="13" name="Picture 2" descr="Картинки по запросу зайчик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552" y="3861048"/>
            <a:ext cx="1368152" cy="1744456"/>
          </a:xfrm>
          <a:prstGeom prst="rect">
            <a:avLst/>
          </a:prstGeom>
          <a:noFill/>
        </p:spPr>
      </p:pic>
      <p:pic>
        <p:nvPicPr>
          <p:cNvPr id="14" name="Picture 2" descr="Картинки по запросу зайчик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39752" y="3645024"/>
            <a:ext cx="1368152" cy="1744456"/>
          </a:xfrm>
          <a:prstGeom prst="rect">
            <a:avLst/>
          </a:prstGeom>
          <a:noFill/>
        </p:spPr>
      </p:pic>
      <p:pic>
        <p:nvPicPr>
          <p:cNvPr id="15" name="Picture 2" descr="Картинки по запросу зайчик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5856" y="1916832"/>
            <a:ext cx="1368152" cy="1744456"/>
          </a:xfrm>
          <a:prstGeom prst="rect">
            <a:avLst/>
          </a:prstGeom>
          <a:noFill/>
        </p:spPr>
      </p:pic>
      <p:pic>
        <p:nvPicPr>
          <p:cNvPr id="16" name="Picture 2" descr="Картинки по запросу зайчик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39952" y="3717032"/>
            <a:ext cx="1368152" cy="1744456"/>
          </a:xfrm>
          <a:prstGeom prst="rect">
            <a:avLst/>
          </a:prstGeom>
          <a:noFill/>
        </p:spPr>
      </p:pic>
      <p:pic>
        <p:nvPicPr>
          <p:cNvPr id="17" name="Picture 2" descr="Картинки по запросу зайчик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04048" y="1988840"/>
            <a:ext cx="1368152" cy="1744456"/>
          </a:xfrm>
          <a:prstGeom prst="rect">
            <a:avLst/>
          </a:prstGeom>
          <a:noFill/>
        </p:spPr>
      </p:pic>
      <p:pic>
        <p:nvPicPr>
          <p:cNvPr id="18" name="Picture 2" descr="Картинки по запросу зайчик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40152" y="3789040"/>
            <a:ext cx="1368152" cy="1744456"/>
          </a:xfrm>
          <a:prstGeom prst="rect">
            <a:avLst/>
          </a:prstGeom>
          <a:noFill/>
        </p:spPr>
      </p:pic>
      <p:pic>
        <p:nvPicPr>
          <p:cNvPr id="19" name="Picture 2" descr="Картинки по запросу зайчик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04248" y="1916832"/>
            <a:ext cx="1368152" cy="174445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лако 1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23528" y="40466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1</a:t>
            </a:r>
            <a:endParaRPr lang="ru-RU" sz="2400" b="1" dirty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Облако 2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4765042" y="1008891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9</a:t>
            </a:r>
          </a:p>
        </p:txBody>
      </p:sp>
      <p:sp>
        <p:nvSpPr>
          <p:cNvPr id="4" name="Облако 3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180866" y="436283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5" name="Облако 4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1290657" y="977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7</a:t>
            </a:r>
          </a:p>
        </p:txBody>
      </p:sp>
      <p:sp>
        <p:nvSpPr>
          <p:cNvPr id="6" name="Облако 5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1820336" y="280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7" name="Облако 6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3018254" y="1058481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8</a:t>
            </a:r>
          </a:p>
        </p:txBody>
      </p:sp>
      <p:sp>
        <p:nvSpPr>
          <p:cNvPr id="8" name="Облако 7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6624228" y="977377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10</a:t>
            </a:r>
            <a:endParaRPr lang="ru-RU" sz="2400" b="1" dirty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Облако 8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4632728" y="24217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10" name="Облако 9">
            <a:hlinkClick r:id="" action="ppaction://hlinkshowjump?jump=nextslide">
              <a:snd r:embed="rId3" name="utka_-_chto_za_utka_poet_(iPlayer.fm).wav"/>
            </a:hlinkClick>
          </p:cNvPr>
          <p:cNvSpPr/>
          <p:nvPr/>
        </p:nvSpPr>
        <p:spPr>
          <a:xfrm>
            <a:off x="6000880" y="447110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5</a:t>
            </a:r>
          </a:p>
        </p:txBody>
      </p:sp>
      <p:sp>
        <p:nvSpPr>
          <p:cNvPr id="11" name="Облако 10">
            <a:hlinkClick r:id="" action="ppaction://noaction">
              <a:snd r:embed="rId2" name="drumroll.wav"/>
            </a:hlinkClick>
          </p:cNvPr>
          <p:cNvSpPr/>
          <p:nvPr/>
        </p:nvSpPr>
        <p:spPr>
          <a:xfrm>
            <a:off x="7416316" y="242174"/>
            <a:ext cx="1368152" cy="50405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6</a:t>
            </a:r>
          </a:p>
        </p:txBody>
      </p:sp>
      <p:pic>
        <p:nvPicPr>
          <p:cNvPr id="12" name="Picture 2" descr="Картинки по запросу шаблон енотик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5576" y="1988840"/>
            <a:ext cx="1368152" cy="1368152"/>
          </a:xfrm>
          <a:prstGeom prst="rect">
            <a:avLst/>
          </a:prstGeom>
          <a:noFill/>
        </p:spPr>
      </p:pic>
      <p:pic>
        <p:nvPicPr>
          <p:cNvPr id="13" name="Picture 2" descr="Картинки по запросу шаблон енотик для презентаци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88224" y="4725144"/>
            <a:ext cx="1368152" cy="1368152"/>
          </a:xfrm>
          <a:prstGeom prst="rect">
            <a:avLst/>
          </a:prstGeom>
          <a:noFill/>
        </p:spPr>
      </p:pic>
      <p:pic>
        <p:nvPicPr>
          <p:cNvPr id="14" name="Picture 2" descr="Картинки по запросу шаблон белочки для презентации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47664" y="3573016"/>
            <a:ext cx="1152128" cy="1251318"/>
          </a:xfrm>
          <a:prstGeom prst="rect">
            <a:avLst/>
          </a:prstGeom>
          <a:noFill/>
        </p:spPr>
      </p:pic>
      <p:pic>
        <p:nvPicPr>
          <p:cNvPr id="15" name="Picture 2" descr="Картинки по запросу шаблон белочки для презентации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36096" y="4725144"/>
            <a:ext cx="1152128" cy="1251318"/>
          </a:xfrm>
          <a:prstGeom prst="rect">
            <a:avLst/>
          </a:prstGeom>
          <a:noFill/>
        </p:spPr>
      </p:pic>
      <p:pic>
        <p:nvPicPr>
          <p:cNvPr id="16" name="Picture 2" descr="Картинки по запросу шаблон белочки для презентации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04248" y="2132856"/>
            <a:ext cx="1152128" cy="1251318"/>
          </a:xfrm>
          <a:prstGeom prst="rect">
            <a:avLst/>
          </a:prstGeom>
          <a:noFill/>
        </p:spPr>
      </p:pic>
      <p:pic>
        <p:nvPicPr>
          <p:cNvPr id="17" name="Picture 2" descr="Картинки по запросу зайчик для презентации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915816" y="1916832"/>
            <a:ext cx="1152128" cy="1469016"/>
          </a:xfrm>
          <a:prstGeom prst="rect">
            <a:avLst/>
          </a:prstGeom>
          <a:noFill/>
        </p:spPr>
      </p:pic>
      <p:pic>
        <p:nvPicPr>
          <p:cNvPr id="18" name="Picture 2" descr="Картинки по запросу зайчик для презентации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292080" y="2060848"/>
            <a:ext cx="1152128" cy="1469016"/>
          </a:xfrm>
          <a:prstGeom prst="rect">
            <a:avLst/>
          </a:prstGeom>
          <a:noFill/>
        </p:spPr>
      </p:pic>
      <p:pic>
        <p:nvPicPr>
          <p:cNvPr id="20" name="Picture 2" descr="Картинки по запросу птички для презентации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051720" y="4725144"/>
            <a:ext cx="1368152" cy="1368152"/>
          </a:xfrm>
          <a:prstGeom prst="rect">
            <a:avLst/>
          </a:prstGeom>
          <a:noFill/>
        </p:spPr>
      </p:pic>
      <p:pic>
        <p:nvPicPr>
          <p:cNvPr id="21" name="Picture 2" descr="Картинки по запросу филин для презентации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707904" y="3645024"/>
            <a:ext cx="1403648" cy="108609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83362"/>
          </a:xfrm>
        </p:spPr>
        <p:txBody>
          <a:bodyPr>
            <a:normAutofit/>
          </a:bodyPr>
          <a:lstStyle/>
          <a:p>
            <a:r>
              <a:rPr lang="ru-RU" sz="8800" b="1" i="1" dirty="0" smtClean="0">
                <a:solidFill>
                  <a:srgbClr val="002060"/>
                </a:solidFill>
                <a:latin typeface="Bookman Old Style" pitchFamily="18" charset="0"/>
              </a:rPr>
              <a:t>Молодцы!!!</a:t>
            </a:r>
            <a:endParaRPr lang="ru-RU" sz="8800" b="1" i="1" dirty="0">
              <a:solidFill>
                <a:srgbClr val="002060"/>
              </a:solidFill>
              <a:latin typeface="Bookman Old Styl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126</Words>
  <Application>Microsoft Office PowerPoint</Application>
  <PresentationFormat>Экран (4:3)</PresentationFormat>
  <Paragraphs>104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МАДОУ филиал №3 «Верхнекетский детский сад» Верхнекетского района Томской области. Интерактивная игра  Тема: «Счет от 1 до 10»</vt:lpstr>
      <vt:lpstr>Дорогой друг! Сосчитай животных на картинке  и мышкой выбери правильный ответ.  Если ты ответишь правильно,  то перейдёшь к следующему заданию. Желаю удачи!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Молодцы!!!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МАДОУ филиал №3 «Верхнекетский детский сад» Верхнекетского района Томской области.  Тема: «Счет от 1 до 10»</dc:title>
  <dc:creator>Svetlana</dc:creator>
  <cp:lastModifiedBy>Svetlana</cp:lastModifiedBy>
  <cp:revision>5</cp:revision>
  <dcterms:created xsi:type="dcterms:W3CDTF">2017-04-09T08:41:58Z</dcterms:created>
  <dcterms:modified xsi:type="dcterms:W3CDTF">2017-04-09T11:13:46Z</dcterms:modified>
</cp:coreProperties>
</file>